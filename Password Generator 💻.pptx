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chaubey" userId="df6da4691de28b1b" providerId="LiveId" clId="{66DBB8FF-C3C4-4733-8A9E-95D047ACB21A}"/>
    <pc:docChg chg="undo custSel delSld modSld">
      <pc:chgData name="yogesh chaubey" userId="df6da4691de28b1b" providerId="LiveId" clId="{66DBB8FF-C3C4-4733-8A9E-95D047ACB21A}" dt="2022-06-05T18:46:56.336" v="165" actId="1076"/>
      <pc:docMkLst>
        <pc:docMk/>
      </pc:docMkLst>
      <pc:sldChg chg="modSp mod">
        <pc:chgData name="yogesh chaubey" userId="df6da4691de28b1b" providerId="LiveId" clId="{66DBB8FF-C3C4-4733-8A9E-95D047ACB21A}" dt="2022-06-05T18:46:56.336" v="165" actId="1076"/>
        <pc:sldMkLst>
          <pc:docMk/>
          <pc:sldMk cId="3844771865" sldId="256"/>
        </pc:sldMkLst>
        <pc:spChg chg="mod">
          <ac:chgData name="yogesh chaubey" userId="df6da4691de28b1b" providerId="LiveId" clId="{66DBB8FF-C3C4-4733-8A9E-95D047ACB21A}" dt="2022-06-05T18:46:56.336" v="165" actId="1076"/>
          <ac:spMkLst>
            <pc:docMk/>
            <pc:sldMk cId="3844771865" sldId="256"/>
            <ac:spMk id="5" creationId="{63416727-A41D-667F-9132-1B2B1E4F18EA}"/>
          </ac:spMkLst>
        </pc:spChg>
      </pc:sldChg>
      <pc:sldChg chg="modSp mod">
        <pc:chgData name="yogesh chaubey" userId="df6da4691de28b1b" providerId="LiveId" clId="{66DBB8FF-C3C4-4733-8A9E-95D047ACB21A}" dt="2022-05-27T06:10:06.824" v="43" actId="21"/>
        <pc:sldMkLst>
          <pc:docMk/>
          <pc:sldMk cId="2410806755" sldId="264"/>
        </pc:sldMkLst>
        <pc:spChg chg="mod">
          <ac:chgData name="yogesh chaubey" userId="df6da4691de28b1b" providerId="LiveId" clId="{66DBB8FF-C3C4-4733-8A9E-95D047ACB21A}" dt="2022-05-27T06:10:06.824" v="43" actId="21"/>
          <ac:spMkLst>
            <pc:docMk/>
            <pc:sldMk cId="2410806755" sldId="264"/>
            <ac:spMk id="4" creationId="{1D8C8907-76F0-FFAD-E5FC-F82A29F4E473}"/>
          </ac:spMkLst>
        </pc:spChg>
      </pc:sldChg>
      <pc:sldChg chg="modSp mod">
        <pc:chgData name="yogesh chaubey" userId="df6da4691de28b1b" providerId="LiveId" clId="{66DBB8FF-C3C4-4733-8A9E-95D047ACB21A}" dt="2022-05-27T06:10:23.757" v="44" actId="21"/>
        <pc:sldMkLst>
          <pc:docMk/>
          <pc:sldMk cId="668768967" sldId="265"/>
        </pc:sldMkLst>
        <pc:spChg chg="mod">
          <ac:chgData name="yogesh chaubey" userId="df6da4691de28b1b" providerId="LiveId" clId="{66DBB8FF-C3C4-4733-8A9E-95D047ACB21A}" dt="2022-05-27T06:10:23.757" v="44" actId="21"/>
          <ac:spMkLst>
            <pc:docMk/>
            <pc:sldMk cId="668768967" sldId="265"/>
            <ac:spMk id="3" creationId="{0EC52BE6-73B4-94DA-9C49-0F3D39887C8A}"/>
          </ac:spMkLst>
        </pc:spChg>
      </pc:sldChg>
      <pc:sldChg chg="modSp mod">
        <pc:chgData name="yogesh chaubey" userId="df6da4691de28b1b" providerId="LiveId" clId="{66DBB8FF-C3C4-4733-8A9E-95D047ACB21A}" dt="2022-05-27T06:10:54.502" v="49" actId="1076"/>
        <pc:sldMkLst>
          <pc:docMk/>
          <pc:sldMk cId="1981986441" sldId="266"/>
        </pc:sldMkLst>
        <pc:spChg chg="mod">
          <ac:chgData name="yogesh chaubey" userId="df6da4691de28b1b" providerId="LiveId" clId="{66DBB8FF-C3C4-4733-8A9E-95D047ACB21A}" dt="2022-05-27T06:10:54.502" v="49" actId="1076"/>
          <ac:spMkLst>
            <pc:docMk/>
            <pc:sldMk cId="1981986441" sldId="266"/>
            <ac:spMk id="3" creationId="{C45B9655-4DA6-545B-526B-58F7C1BA1BF9}"/>
          </ac:spMkLst>
        </pc:spChg>
      </pc:sldChg>
      <pc:sldChg chg="modSp mod">
        <pc:chgData name="yogesh chaubey" userId="df6da4691de28b1b" providerId="LiveId" clId="{66DBB8FF-C3C4-4733-8A9E-95D047ACB21A}" dt="2022-05-27T06:16:09.779" v="75" actId="21"/>
        <pc:sldMkLst>
          <pc:docMk/>
          <pc:sldMk cId="3263614232" sldId="267"/>
        </pc:sldMkLst>
        <pc:spChg chg="mod">
          <ac:chgData name="yogesh chaubey" userId="df6da4691de28b1b" providerId="LiveId" clId="{66DBB8FF-C3C4-4733-8A9E-95D047ACB21A}" dt="2022-05-27T06:16:09.779" v="75" actId="21"/>
          <ac:spMkLst>
            <pc:docMk/>
            <pc:sldMk cId="3263614232" sldId="267"/>
            <ac:spMk id="3" creationId="{E3F8E66E-2C4F-1687-FD5E-EC8EB01D9353}"/>
          </ac:spMkLst>
        </pc:spChg>
      </pc:sldChg>
      <pc:sldChg chg="del">
        <pc:chgData name="yogesh chaubey" userId="df6da4691de28b1b" providerId="LiveId" clId="{66DBB8FF-C3C4-4733-8A9E-95D047ACB21A}" dt="2022-05-27T06:11:29.274" v="50" actId="2696"/>
        <pc:sldMkLst>
          <pc:docMk/>
          <pc:sldMk cId="1063279015" sldId="268"/>
        </pc:sldMkLst>
      </pc:sldChg>
      <pc:sldChg chg="modSp mod">
        <pc:chgData name="yogesh chaubey" userId="df6da4691de28b1b" providerId="LiveId" clId="{66DBB8FF-C3C4-4733-8A9E-95D047ACB21A}" dt="2022-05-27T06:16:24.140" v="78" actId="1076"/>
        <pc:sldMkLst>
          <pc:docMk/>
          <pc:sldMk cId="4020907261" sldId="270"/>
        </pc:sldMkLst>
        <pc:spChg chg="mod">
          <ac:chgData name="yogesh chaubey" userId="df6da4691de28b1b" providerId="LiveId" clId="{66DBB8FF-C3C4-4733-8A9E-95D047ACB21A}" dt="2022-05-27T06:16:24.140" v="78" actId="1076"/>
          <ac:spMkLst>
            <pc:docMk/>
            <pc:sldMk cId="4020907261" sldId="270"/>
            <ac:spMk id="3" creationId="{81D60281-66C1-552D-3561-18A924430BD3}"/>
          </ac:spMkLst>
        </pc:spChg>
      </pc:sldChg>
      <pc:sldChg chg="modSp mod">
        <pc:chgData name="yogesh chaubey" userId="df6da4691de28b1b" providerId="LiveId" clId="{66DBB8FF-C3C4-4733-8A9E-95D047ACB21A}" dt="2022-05-27T06:15:55.740" v="74"/>
        <pc:sldMkLst>
          <pc:docMk/>
          <pc:sldMk cId="3126954715" sldId="271"/>
        </pc:sldMkLst>
        <pc:spChg chg="mod">
          <ac:chgData name="yogesh chaubey" userId="df6da4691de28b1b" providerId="LiveId" clId="{66DBB8FF-C3C4-4733-8A9E-95D047ACB21A}" dt="2022-05-27T06:15:55.740" v="74"/>
          <ac:spMkLst>
            <pc:docMk/>
            <pc:sldMk cId="3126954715" sldId="271"/>
            <ac:spMk id="3" creationId="{4AFAF6C2-4CAB-23B6-8BDE-15F55F9BEAD8}"/>
          </ac:spMkLst>
        </pc:spChg>
      </pc:sldChg>
      <pc:sldChg chg="modSp mod">
        <pc:chgData name="yogesh chaubey" userId="df6da4691de28b1b" providerId="LiveId" clId="{66DBB8FF-C3C4-4733-8A9E-95D047ACB21A}" dt="2022-05-27T06:15:23.749" v="71"/>
        <pc:sldMkLst>
          <pc:docMk/>
          <pc:sldMk cId="1330150624" sldId="272"/>
        </pc:sldMkLst>
        <pc:spChg chg="mod">
          <ac:chgData name="yogesh chaubey" userId="df6da4691de28b1b" providerId="LiveId" clId="{66DBB8FF-C3C4-4733-8A9E-95D047ACB21A}" dt="2022-05-27T06:15:23.749" v="71"/>
          <ac:spMkLst>
            <pc:docMk/>
            <pc:sldMk cId="1330150624" sldId="272"/>
            <ac:spMk id="3" creationId="{CA37999C-5AE6-134C-E72E-256949905D93}"/>
          </ac:spMkLst>
        </pc:spChg>
      </pc:sldChg>
      <pc:sldChg chg="modSp mod">
        <pc:chgData name="yogesh chaubey" userId="df6da4691de28b1b" providerId="LiveId" clId="{66DBB8FF-C3C4-4733-8A9E-95D047ACB21A}" dt="2022-05-27T06:14:47.972" v="65" actId="1076"/>
        <pc:sldMkLst>
          <pc:docMk/>
          <pc:sldMk cId="3169371760" sldId="273"/>
        </pc:sldMkLst>
        <pc:spChg chg="mod">
          <ac:chgData name="yogesh chaubey" userId="df6da4691de28b1b" providerId="LiveId" clId="{66DBB8FF-C3C4-4733-8A9E-95D047ACB21A}" dt="2022-05-27T06:14:47.972" v="65" actId="1076"/>
          <ac:spMkLst>
            <pc:docMk/>
            <pc:sldMk cId="3169371760" sldId="273"/>
            <ac:spMk id="3" creationId="{C2874402-DF7A-BCF6-A30F-CCFCC82A8BC6}"/>
          </ac:spMkLst>
        </pc:spChg>
      </pc:sldChg>
      <pc:sldChg chg="modSp mod">
        <pc:chgData name="yogesh chaubey" userId="df6da4691de28b1b" providerId="LiveId" clId="{66DBB8FF-C3C4-4733-8A9E-95D047ACB21A}" dt="2022-05-27T06:14:04.377" v="62"/>
        <pc:sldMkLst>
          <pc:docMk/>
          <pc:sldMk cId="2122397934" sldId="274"/>
        </pc:sldMkLst>
        <pc:spChg chg="mod">
          <ac:chgData name="yogesh chaubey" userId="df6da4691de28b1b" providerId="LiveId" clId="{66DBB8FF-C3C4-4733-8A9E-95D047ACB21A}" dt="2022-05-27T06:14:04.377" v="62"/>
          <ac:spMkLst>
            <pc:docMk/>
            <pc:sldMk cId="2122397934" sldId="274"/>
            <ac:spMk id="3" creationId="{83CA7990-1420-7663-D8E7-7BFF3F219BC1}"/>
          </ac:spMkLst>
        </pc:spChg>
      </pc:sldChg>
      <pc:sldChg chg="modSp mod">
        <pc:chgData name="yogesh chaubey" userId="df6da4691de28b1b" providerId="LiveId" clId="{66DBB8FF-C3C4-4733-8A9E-95D047ACB21A}" dt="2022-05-27T06:13:16.712" v="57" actId="21"/>
        <pc:sldMkLst>
          <pc:docMk/>
          <pc:sldMk cId="1584085574" sldId="275"/>
        </pc:sldMkLst>
        <pc:spChg chg="mod">
          <ac:chgData name="yogesh chaubey" userId="df6da4691de28b1b" providerId="LiveId" clId="{66DBB8FF-C3C4-4733-8A9E-95D047ACB21A}" dt="2022-05-27T06:13:16.712" v="57" actId="21"/>
          <ac:spMkLst>
            <pc:docMk/>
            <pc:sldMk cId="1584085574" sldId="275"/>
            <ac:spMk id="3" creationId="{199042F8-CB2D-6098-4FBA-337D273C3054}"/>
          </ac:spMkLst>
        </pc:spChg>
      </pc:sldChg>
      <pc:sldChg chg="modSp mod">
        <pc:chgData name="yogesh chaubey" userId="df6da4691de28b1b" providerId="LiveId" clId="{66DBB8FF-C3C4-4733-8A9E-95D047ACB21A}" dt="2022-05-27T06:13:29.261" v="59" actId="1076"/>
        <pc:sldMkLst>
          <pc:docMk/>
          <pc:sldMk cId="2921258434" sldId="276"/>
        </pc:sldMkLst>
        <pc:spChg chg="mod">
          <ac:chgData name="yogesh chaubey" userId="df6da4691de28b1b" providerId="LiveId" clId="{66DBB8FF-C3C4-4733-8A9E-95D047ACB21A}" dt="2022-05-27T06:13:29.261" v="59" actId="1076"/>
          <ac:spMkLst>
            <pc:docMk/>
            <pc:sldMk cId="2921258434" sldId="276"/>
            <ac:spMk id="3" creationId="{A02F43DB-B8E3-0E5C-A1AA-C155C92AEEFC}"/>
          </ac:spMkLst>
        </pc:spChg>
      </pc:sldChg>
      <pc:sldChg chg="modSp mod">
        <pc:chgData name="yogesh chaubey" userId="df6da4691de28b1b" providerId="LiveId" clId="{66DBB8FF-C3C4-4733-8A9E-95D047ACB21A}" dt="2022-05-27T06:07:22.655" v="29"/>
        <pc:sldMkLst>
          <pc:docMk/>
          <pc:sldMk cId="3285093209" sldId="277"/>
        </pc:sldMkLst>
        <pc:spChg chg="mod">
          <ac:chgData name="yogesh chaubey" userId="df6da4691de28b1b" providerId="LiveId" clId="{66DBB8FF-C3C4-4733-8A9E-95D047ACB21A}" dt="2022-05-27T06:07:22.655" v="29"/>
          <ac:spMkLst>
            <pc:docMk/>
            <pc:sldMk cId="3285093209" sldId="277"/>
            <ac:spMk id="3" creationId="{59B50E42-D179-A720-2638-86C9169AB585}"/>
          </ac:spMkLst>
        </pc:spChg>
      </pc:sldChg>
      <pc:sldChg chg="modSp mod">
        <pc:chgData name="yogesh chaubey" userId="df6da4691de28b1b" providerId="LiveId" clId="{66DBB8FF-C3C4-4733-8A9E-95D047ACB21A}" dt="2022-05-27T06:18:03.249" v="80" actId="14100"/>
        <pc:sldMkLst>
          <pc:docMk/>
          <pc:sldMk cId="4194579700" sldId="278"/>
        </pc:sldMkLst>
        <pc:spChg chg="mod">
          <ac:chgData name="yogesh chaubey" userId="df6da4691de28b1b" providerId="LiveId" clId="{66DBB8FF-C3C4-4733-8A9E-95D047ACB21A}" dt="2022-05-27T06:18:03.249" v="80" actId="14100"/>
          <ac:spMkLst>
            <pc:docMk/>
            <pc:sldMk cId="4194579700" sldId="278"/>
            <ac:spMk id="4" creationId="{08645AC6-396F-0013-59B9-9E37F1A8FD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83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959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022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43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31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553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194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64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6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49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3F10B-875B-404D-B887-D79F98CE3906}" type="datetimeFigureOut">
              <a:rPr lang="en-IN" smtClean="0"/>
              <a:t>06-06-2022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5009295-E5DE-4AB5-9D6E-3E71470E2AC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9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1734-EBC0-036E-E1B7-DAD9DA3D4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2993" y="416292"/>
            <a:ext cx="8986787" cy="1909763"/>
          </a:xfrm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chemeClr val="accent4">
                    <a:lumMod val="75000"/>
                  </a:schemeClr>
                </a:solidFill>
                <a:effectLst/>
                <a:latin typeface="Primary"/>
              </a:rPr>
              <a:t>Password Generator </a:t>
            </a:r>
            <a:r>
              <a:rPr lang="en-IN" b="1" i="0" dirty="0">
                <a:solidFill>
                  <a:srgbClr val="262524"/>
                </a:solidFill>
                <a:effectLst/>
                <a:latin typeface="Primary"/>
              </a:rPr>
              <a:t>💻</a:t>
            </a:r>
            <a:br>
              <a:rPr lang="en-IN" b="1" i="0" dirty="0">
                <a:solidFill>
                  <a:srgbClr val="262524"/>
                </a:solidFill>
                <a:effectLst/>
                <a:latin typeface="Primary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F1268-05A2-A232-04F6-A1A4BBFA7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2220" y="1510098"/>
            <a:ext cx="9824186" cy="113684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b="0" i="0" dirty="0">
                <a:solidFill>
                  <a:srgbClr val="262524"/>
                </a:solidFill>
                <a:effectLst/>
                <a:latin typeface="Primary"/>
              </a:rPr>
              <a:t>The best thing about creating our own password generator is that we can </a:t>
            </a:r>
          </a:p>
          <a:p>
            <a:pPr algn="l"/>
            <a:r>
              <a:rPr lang="en-US" b="0" i="0" dirty="0">
                <a:solidFill>
                  <a:srgbClr val="262524"/>
                </a:solidFill>
                <a:effectLst/>
                <a:latin typeface="Primary"/>
              </a:rPr>
              <a:t>customize it as we like.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16727-A41D-667F-9132-1B2B1E4F18EA}"/>
              </a:ext>
            </a:extLst>
          </p:cNvPr>
          <p:cNvSpPr txBox="1"/>
          <p:nvPr/>
        </p:nvSpPr>
        <p:spPr>
          <a:xfrm>
            <a:off x="8369971" y="5347902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BY: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itchFamily="18" charset="2"/>
              <a:buChar char="ü"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YOGESH KUMAR CHAUBEY</a:t>
            </a:r>
          </a:p>
        </p:txBody>
      </p:sp>
    </p:spTree>
    <p:extLst>
      <p:ext uri="{BB962C8B-B14F-4D97-AF65-F5344CB8AC3E}">
        <p14:creationId xmlns:p14="http://schemas.microsoft.com/office/powerpoint/2010/main" val="384477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8456-AE39-E0D6-D387-1E3CDF4A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err="1">
                <a:solidFill>
                  <a:schemeClr val="accent5">
                    <a:lumMod val="50000"/>
                  </a:schemeClr>
                </a:solidFill>
                <a:cs typeface="Calibri"/>
              </a:rPr>
              <a:t>iNTRODUCTION</a:t>
            </a:r>
            <a:br>
              <a:rPr lang="en-GB" sz="3200" b="1" dirty="0">
                <a:solidFill>
                  <a:srgbClr val="FF0000"/>
                </a:solidFill>
                <a:highlight>
                  <a:srgbClr val="FFFF00"/>
                </a:highlight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61EA-BDEC-6D18-72AE-2D4DB6395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Authorized access for programs and to manage a large number of passwords for identity and access management. Other kinds of tools include a password vault, where users manage large numbers of passwords vault, where users manage large numbers of passwords in a secure location</a:t>
            </a:r>
            <a:r>
              <a:rPr lang="en-GB" b="1" dirty="0"/>
              <a:t>.</a:t>
            </a:r>
            <a:endParaRPr lang="en-US" dirty="0"/>
          </a:p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Password generators help those who have to constantly come up with new passwords to ensure.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586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6B13-5F25-2741-BB39-8310C47C8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>
                <a:solidFill>
                  <a:schemeClr val="accent5"/>
                </a:solidFill>
              </a:rPr>
              <a:t>OVER VIEW</a:t>
            </a:r>
            <a:br>
              <a:rPr lang="en-US" sz="3200" dirty="0">
                <a:solidFill>
                  <a:schemeClr val="accent6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D57A0-6BFF-5C00-E1A9-77C496832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284" y="1953928"/>
            <a:ext cx="9803571" cy="3657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i="1" baseline="30000" dirty="0"/>
              <a:t> </a:t>
            </a:r>
            <a:r>
              <a:rPr lang="en-US" sz="3600" b="1" i="1" baseline="30000" dirty="0"/>
              <a:t> Why do we need a password generator</a:t>
            </a:r>
            <a:r>
              <a:rPr lang="en-US" sz="3600" dirty="0"/>
              <a:t>?</a:t>
            </a:r>
            <a:endParaRPr lang="en-US" sz="3600" b="1" i="1" baseline="30000" dirty="0"/>
          </a:p>
          <a:p>
            <a:pPr marL="102870" indent="-2857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itchFamily="18" charset="2"/>
              <a:buChar char="v"/>
            </a:pPr>
            <a:r>
              <a:rPr lang="en-US" sz="2000" b="1" dirty="0"/>
              <a:t> </a:t>
            </a:r>
            <a:r>
              <a:rPr lang="en-US" b="1" dirty="0"/>
              <a:t>Because we can’t think of different patterns of password instantly.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b="1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v"/>
            </a:pPr>
            <a:r>
              <a:rPr lang="en-US" sz="2000" b="1" dirty="0"/>
              <a:t>But, it is not the same case with computers.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</a:pPr>
            <a:endParaRPr lang="en-US" sz="2000" b="1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v"/>
            </a:pPr>
            <a:r>
              <a:rPr lang="en-US" sz="2000" b="1" dirty="0"/>
              <a:t>Computers can generate random and strong password generator available.</a:t>
            </a:r>
          </a:p>
          <a:p>
            <a:pPr indent="-18288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sz="2000" b="1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/>
              <a:buChar char="v"/>
            </a:pPr>
            <a:r>
              <a:rPr lang="en-US" sz="2000" dirty="0"/>
              <a:t> </a:t>
            </a:r>
            <a:r>
              <a:rPr lang="en-US" sz="2000" b="1" dirty="0"/>
              <a:t>Let’s create a password generator.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71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9AF1-8940-49B9-2380-8A3BB3EE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>
                <a:solidFill>
                  <a:schemeClr val="accent1">
                    <a:lumMod val="75000"/>
                  </a:schemeClr>
                </a:solidFill>
              </a:rPr>
              <a:t>Password generator</a:t>
            </a:r>
            <a:b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EB85-0037-46D6-B378-40D5A785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best thing about creating our own password generator is that we can customize it as we like.</a:t>
            </a:r>
          </a:p>
          <a:p>
            <a:pPr marL="160020"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rgbClr val="40BAD2"/>
              </a:buClr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First, we will create a password generator that asks the length of password and generates a random password containing digits, alphabets, and special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 Characters.</a:t>
            </a:r>
          </a:p>
          <a:p>
            <a:pPr marL="160020"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Next, we will improve it by asking the number of each type of character, like the number of digits, alphabets, and special characters.</a:t>
            </a:r>
          </a:p>
          <a:p>
            <a:pPr marL="160020" indent="-3429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Ø"/>
            </a:pPr>
            <a:endParaRPr lang="en-US" b="1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So, without further ado, let’s see the steps to create a password generator using Java.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76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360A-1B47-A9CE-601D-F4E783B4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chemeClr val="accent5">
                    <a:lumMod val="50000"/>
                  </a:schemeClr>
                </a:solidFill>
                <a:effectLst/>
                <a:latin typeface="-apple-system"/>
              </a:rPr>
              <a:t>Functionalities:</a:t>
            </a:r>
            <a:b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</a:br>
            <a:endParaRPr lang="en-IN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63D29-447D-B740-180C-262170E08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q"/>
            </a:pPr>
            <a:r>
              <a:rPr lang="en-US" sz="2600" b="0" i="0" dirty="0">
                <a:effectLst/>
                <a:latin typeface="-apple-system"/>
              </a:rPr>
              <a:t>1- Generating a Password: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2600" b="0" i="0" dirty="0">
              <a:effectLst/>
              <a:latin typeface="-apple-system"/>
            </a:endParaRP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user must answer by Yes or No the questions to know if he desires to use Uppercase/Lowercase letters, Numbers or Symbols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user then enters the desired length of the password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A password alphabet is generated according to the Yes/No answers it is a String that contains the choices of the user</a:t>
            </a:r>
          </a:p>
        </p:txBody>
      </p:sp>
    </p:spTree>
    <p:extLst>
      <p:ext uri="{BB962C8B-B14F-4D97-AF65-F5344CB8AC3E}">
        <p14:creationId xmlns:p14="http://schemas.microsoft.com/office/powerpoint/2010/main" val="453100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444C2C-FB88-5D66-A857-587940026C61}"/>
              </a:ext>
            </a:extLst>
          </p:cNvPr>
          <p:cNvSpPr txBox="1"/>
          <p:nvPr/>
        </p:nvSpPr>
        <p:spPr>
          <a:xfrm>
            <a:off x="539015" y="1159147"/>
            <a:ext cx="109439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Wingdings" panose="05000000000000000000" pitchFamily="2" charset="2"/>
              <a:buChar char="ü"/>
            </a:pPr>
            <a:r>
              <a:rPr lang="en-US" sz="2400" b="0" i="0" dirty="0">
                <a:effectLst/>
                <a:latin typeface="-apple-system"/>
              </a:rPr>
              <a:t>Depending on the length random characters from the password alphabet are selected and put back to back to form a totally random string according to the user's needs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en-US" sz="2400" b="0" i="0" dirty="0">
                <a:effectLst/>
                <a:latin typeface="-apple-system"/>
              </a:rPr>
              <a:t>The randomly generated password is then displayed on the console</a:t>
            </a:r>
          </a:p>
        </p:txBody>
      </p:sp>
    </p:spTree>
    <p:extLst>
      <p:ext uri="{BB962C8B-B14F-4D97-AF65-F5344CB8AC3E}">
        <p14:creationId xmlns:p14="http://schemas.microsoft.com/office/powerpoint/2010/main" val="255529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50ADB7-174D-B1ED-E4F6-DB23DDA3F4F5}"/>
              </a:ext>
            </a:extLst>
          </p:cNvPr>
          <p:cNvSpPr txBox="1"/>
          <p:nvPr/>
        </p:nvSpPr>
        <p:spPr>
          <a:xfrm>
            <a:off x="163629" y="702644"/>
            <a:ext cx="1160806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accent5">
                    <a:lumMod val="50000"/>
                  </a:schemeClr>
                </a:solidFill>
                <a:effectLst/>
                <a:latin typeface="-apple-system"/>
              </a:rPr>
              <a:t>2- Checking a Password's Strength:</a:t>
            </a:r>
          </a:p>
          <a:p>
            <a:pPr algn="l"/>
            <a:r>
              <a:rPr lang="en-US" b="0" i="0" dirty="0">
                <a:effectLst/>
                <a:latin typeface="-apple-system"/>
              </a:rPr>
              <a:t>The Strength check is based on the following criteria:</a:t>
            </a:r>
          </a:p>
          <a:p>
            <a:pPr algn="l"/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password uses Uppercase Letters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password uses Lowercase Letters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password uses Numbers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password uses Symbols</a:t>
            </a:r>
            <a:br>
              <a:rPr lang="en-US" b="0" i="0" dirty="0">
                <a:effectLst/>
                <a:latin typeface="-apple-system"/>
              </a:rPr>
            </a:b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length of the password is 8 or more (8 is often the minimum required length for a decent password)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US" b="0" i="0" dirty="0"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latin typeface="-apple-system"/>
              </a:rPr>
              <a:t>The length of the password is 16 or more (16 is considered to be the minimum length for good password)</a:t>
            </a:r>
          </a:p>
        </p:txBody>
      </p:sp>
    </p:spTree>
    <p:extLst>
      <p:ext uri="{BB962C8B-B14F-4D97-AF65-F5344CB8AC3E}">
        <p14:creationId xmlns:p14="http://schemas.microsoft.com/office/powerpoint/2010/main" val="1061397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B5EEB5-5B0D-920F-F4AF-079B6B06CB40}"/>
              </a:ext>
            </a:extLst>
          </p:cNvPr>
          <p:cNvSpPr txBox="1"/>
          <p:nvPr/>
        </p:nvSpPr>
        <p:spPr>
          <a:xfrm>
            <a:off x="211756" y="1463040"/>
            <a:ext cx="1048191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000" b="1" i="0" dirty="0">
                <a:solidFill>
                  <a:schemeClr val="accent5">
                    <a:lumMod val="50000"/>
                  </a:schemeClr>
                </a:solidFill>
                <a:effectLst/>
                <a:latin typeface="-apple-system"/>
              </a:rPr>
              <a:t>3- Displaying Useful Information</a:t>
            </a:r>
            <a:r>
              <a:rPr lang="en-US" b="0" i="0" dirty="0">
                <a:solidFill>
                  <a:schemeClr val="accent5">
                    <a:lumMod val="50000"/>
                  </a:schemeClr>
                </a:solidFill>
                <a:effectLst/>
                <a:latin typeface="-apple-system"/>
              </a:rPr>
              <a:t>:</a:t>
            </a:r>
          </a:p>
          <a:p>
            <a:pPr algn="l"/>
            <a:endParaRPr lang="en-US" dirty="0">
              <a:solidFill>
                <a:schemeClr val="accent5">
                  <a:lumMod val="50000"/>
                </a:schemeClr>
              </a:solidFill>
              <a:latin typeface="-apple-system"/>
            </a:endParaRPr>
          </a:p>
          <a:p>
            <a:pPr algn="l"/>
            <a:endParaRPr lang="en-US" b="0" i="0" dirty="0">
              <a:solidFill>
                <a:schemeClr val="accent5">
                  <a:lumMod val="50000"/>
                </a:schemeClr>
              </a:solidFill>
              <a:effectLst/>
              <a:latin typeface="-apple-system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accent5">
                    <a:lumMod val="50000"/>
                  </a:schemeClr>
                </a:solidFill>
                <a:effectLst/>
                <a:latin typeface="-apple-system"/>
              </a:rPr>
              <a:t>This is a minor feature that displays on the console so information for the user about password security (Avoid using the same password twice/ Avoid character repetition, keyboard patterns, dictionary words, letter or number sequences, etc.)</a:t>
            </a:r>
          </a:p>
        </p:txBody>
      </p:sp>
    </p:spTree>
    <p:extLst>
      <p:ext uri="{BB962C8B-B14F-4D97-AF65-F5344CB8AC3E}">
        <p14:creationId xmlns:p14="http://schemas.microsoft.com/office/powerpoint/2010/main" val="3003464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5ACD-57EF-80CA-58DB-7232B314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SOURCE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17AD-5A33-B646-9207-1B96944B1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public class Alphabet {</a:t>
            </a:r>
          </a:p>
          <a:p>
            <a:r>
              <a:rPr lang="en-IN" dirty="0"/>
              <a:t>	String </a:t>
            </a:r>
            <a:r>
              <a:rPr lang="en-IN" dirty="0" err="1"/>
              <a:t>UppercaseLetters</a:t>
            </a:r>
            <a:r>
              <a:rPr lang="en-IN" dirty="0"/>
              <a:t>="ABCDEFGHIJKLMNOPQRSTUVWXYZ";</a:t>
            </a:r>
          </a:p>
          <a:p>
            <a:r>
              <a:rPr lang="en-IN" dirty="0"/>
              <a:t>	String </a:t>
            </a:r>
            <a:r>
              <a:rPr lang="en-IN" dirty="0" err="1"/>
              <a:t>LowercaseLetters</a:t>
            </a:r>
            <a:r>
              <a:rPr lang="en-IN" dirty="0"/>
              <a:t>="</a:t>
            </a:r>
            <a:r>
              <a:rPr lang="en-IN" dirty="0" err="1"/>
              <a:t>abcdefghijklmnopqrstuvwxyz</a:t>
            </a:r>
            <a:r>
              <a:rPr lang="en-IN" dirty="0"/>
              <a:t>";</a:t>
            </a:r>
          </a:p>
          <a:p>
            <a:r>
              <a:rPr lang="en-IN" dirty="0"/>
              <a:t>	String Numbers="1234567890";</a:t>
            </a:r>
          </a:p>
          <a:p>
            <a:r>
              <a:rPr lang="en-IN" dirty="0"/>
              <a:t>	String Symbols="!@#$%^&amp;*()-_=+\\/~?";</a:t>
            </a:r>
          </a:p>
          <a:p>
            <a:r>
              <a:rPr lang="en-IN" dirty="0"/>
              <a:t>	String Pool="";</a:t>
            </a:r>
          </a:p>
          <a:p>
            <a:r>
              <a:rPr lang="en-IN" dirty="0"/>
              <a:t>	int </a:t>
            </a:r>
            <a:r>
              <a:rPr lang="en-IN" dirty="0" err="1"/>
              <a:t>PoolSize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591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8C8907-76F0-FFAD-E5FC-F82A29F4E473}"/>
              </a:ext>
            </a:extLst>
          </p:cNvPr>
          <p:cNvSpPr txBox="1"/>
          <p:nvPr/>
        </p:nvSpPr>
        <p:spPr>
          <a:xfrm>
            <a:off x="134754" y="-72434"/>
            <a:ext cx="113385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private StringBuilder pool;</a:t>
            </a:r>
          </a:p>
          <a:p>
            <a:endParaRPr lang="en-IN" dirty="0"/>
          </a:p>
          <a:p>
            <a:r>
              <a:rPr lang="en-IN" dirty="0"/>
              <a:t>	public Alphabet(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Upper,boolean</a:t>
            </a:r>
            <a:r>
              <a:rPr lang="en-IN" dirty="0"/>
              <a:t> Lower,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Num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Sym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	public Alphabet(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uppercaseIncluded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lowercaseIncluded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numbersIncluded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specialCharactersIncluded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		if (Upper==true) {</a:t>
            </a:r>
          </a:p>
          <a:p>
            <a:r>
              <a:rPr lang="en-IN" dirty="0"/>
              <a:t>			Pool=</a:t>
            </a:r>
            <a:r>
              <a:rPr lang="en-IN" dirty="0" err="1"/>
              <a:t>Pool+UppercaseLetters</a:t>
            </a:r>
            <a:r>
              <a:rPr lang="en-IN" dirty="0"/>
              <a:t>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	pool = new StringBuilder();</a:t>
            </a:r>
          </a:p>
          <a:p>
            <a:endParaRPr lang="en-IN" dirty="0"/>
          </a:p>
          <a:p>
            <a:r>
              <a:rPr lang="en-IN" dirty="0"/>
              <a:t>		if (Lower==true) {</a:t>
            </a:r>
          </a:p>
          <a:p>
            <a:r>
              <a:rPr lang="en-IN" dirty="0"/>
              <a:t>			Pool=</a:t>
            </a:r>
            <a:r>
              <a:rPr lang="en-IN" dirty="0" err="1"/>
              <a:t>Pool+LowercaseLetters</a:t>
            </a:r>
            <a:r>
              <a:rPr lang="en-IN" dirty="0"/>
              <a:t>;</a:t>
            </a:r>
          </a:p>
          <a:p>
            <a:r>
              <a:rPr lang="en-IN" dirty="0"/>
              <a:t>		if (</a:t>
            </a:r>
            <a:r>
              <a:rPr lang="en-IN" dirty="0" err="1"/>
              <a:t>uppercaseIncluded</a:t>
            </a:r>
            <a:r>
              <a:rPr lang="en-IN" dirty="0"/>
              <a:t>) {</a:t>
            </a:r>
          </a:p>
          <a:p>
            <a:r>
              <a:rPr lang="en-IN" dirty="0"/>
              <a:t>			</a:t>
            </a:r>
            <a:r>
              <a:rPr lang="en-IN" dirty="0" err="1"/>
              <a:t>pool.append</a:t>
            </a:r>
            <a:r>
              <a:rPr lang="en-IN" dirty="0"/>
              <a:t>(UPPERCASE_LETTERS);</a:t>
            </a:r>
          </a:p>
          <a:p>
            <a:r>
              <a:rPr lang="en-IN" dirty="0"/>
              <a:t>		}</a:t>
            </a:r>
          </a:p>
          <a:p>
            <a:endParaRPr lang="en-IN" dirty="0"/>
          </a:p>
          <a:p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1080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C52BE6-73B4-94DA-9C49-0F3D39887C8A}"/>
              </a:ext>
            </a:extLst>
          </p:cNvPr>
          <p:cNvSpPr txBox="1"/>
          <p:nvPr/>
        </p:nvSpPr>
        <p:spPr>
          <a:xfrm>
            <a:off x="0" y="-72434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(</a:t>
            </a:r>
            <a:r>
              <a:rPr lang="en-IN" dirty="0" err="1"/>
              <a:t>Sym</a:t>
            </a:r>
            <a:r>
              <a:rPr lang="en-IN" dirty="0"/>
              <a:t>==true) {</a:t>
            </a:r>
          </a:p>
          <a:p>
            <a:r>
              <a:rPr lang="en-IN" dirty="0"/>
              <a:t>			Pool=</a:t>
            </a:r>
            <a:r>
              <a:rPr lang="en-IN" dirty="0" err="1"/>
              <a:t>Pool+Symbols</a:t>
            </a:r>
            <a:r>
              <a:rPr lang="en-IN" dirty="0"/>
              <a:t>;</a:t>
            </a:r>
          </a:p>
          <a:p>
            <a:r>
              <a:rPr lang="en-IN" dirty="0"/>
              <a:t>		if (</a:t>
            </a:r>
            <a:r>
              <a:rPr lang="en-IN" dirty="0" err="1"/>
              <a:t>numbersIncluded</a:t>
            </a:r>
            <a:r>
              <a:rPr lang="en-IN" dirty="0"/>
              <a:t>) {</a:t>
            </a:r>
          </a:p>
          <a:p>
            <a:r>
              <a:rPr lang="en-IN" dirty="0"/>
              <a:t>			</a:t>
            </a:r>
            <a:r>
              <a:rPr lang="en-IN" dirty="0" err="1"/>
              <a:t>pool.append</a:t>
            </a:r>
            <a:r>
              <a:rPr lang="en-IN" dirty="0"/>
              <a:t>(NUMBERS);</a:t>
            </a:r>
          </a:p>
          <a:p>
            <a:r>
              <a:rPr lang="en-IN" dirty="0"/>
              <a:t>		}</a:t>
            </a:r>
          </a:p>
          <a:p>
            <a:endParaRPr lang="en-IN" dirty="0"/>
          </a:p>
          <a:p>
            <a:r>
              <a:rPr lang="en-IN" dirty="0"/>
              <a:t>		</a:t>
            </a:r>
            <a:r>
              <a:rPr lang="en-IN" dirty="0" err="1"/>
              <a:t>PoolSize</a:t>
            </a:r>
            <a:r>
              <a:rPr lang="en-IN" dirty="0"/>
              <a:t>=</a:t>
            </a:r>
            <a:r>
              <a:rPr lang="en-IN" dirty="0" err="1"/>
              <a:t>Pool.length</a:t>
            </a:r>
            <a:r>
              <a:rPr lang="en-IN" dirty="0"/>
              <a:t>();</a:t>
            </a:r>
          </a:p>
          <a:p>
            <a:r>
              <a:rPr lang="en-IN" dirty="0"/>
              <a:t>		if (</a:t>
            </a:r>
            <a:r>
              <a:rPr lang="en-IN" dirty="0" err="1"/>
              <a:t>specialCharactersIncluded</a:t>
            </a:r>
            <a:r>
              <a:rPr lang="en-IN" dirty="0"/>
              <a:t>) {</a:t>
            </a:r>
          </a:p>
          <a:p>
            <a:r>
              <a:rPr lang="en-IN" dirty="0"/>
              <a:t>			</a:t>
            </a:r>
            <a:r>
              <a:rPr lang="en-IN" dirty="0" err="1"/>
              <a:t>pool.append</a:t>
            </a:r>
            <a:r>
              <a:rPr lang="en-IN" dirty="0"/>
              <a:t>(SYMBOLS);</a:t>
            </a:r>
          </a:p>
          <a:p>
            <a:r>
              <a:rPr lang="en-IN" dirty="0"/>
              <a:t>		}</a:t>
            </a:r>
          </a:p>
          <a:p>
            <a:endParaRPr lang="en-IN" dirty="0"/>
          </a:p>
          <a:p>
            <a:r>
              <a:rPr lang="en-IN" dirty="0"/>
              <a:t>	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@Override</a:t>
            </a:r>
          </a:p>
          <a:p>
            <a:r>
              <a:rPr lang="en-IN" dirty="0"/>
              <a:t>	public String </a:t>
            </a:r>
            <a:r>
              <a:rPr lang="en-IN" dirty="0" err="1"/>
              <a:t>toString</a:t>
            </a:r>
            <a:r>
              <a:rPr lang="en-IN" dirty="0"/>
              <a:t>() {</a:t>
            </a:r>
          </a:p>
          <a:p>
            <a:r>
              <a:rPr lang="en-IN" dirty="0"/>
              <a:t>		return Pool;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68768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B9655-4DA6-545B-526B-58F7C1BA1BF9}"/>
              </a:ext>
            </a:extLst>
          </p:cNvPr>
          <p:cNvSpPr txBox="1"/>
          <p:nvPr/>
        </p:nvSpPr>
        <p:spPr>
          <a:xfrm>
            <a:off x="0" y="19251"/>
            <a:ext cx="1180057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String </a:t>
            </a:r>
            <a:r>
              <a:rPr lang="en-IN" dirty="0" err="1"/>
              <a:t>getAlphabet</a:t>
            </a:r>
            <a:r>
              <a:rPr lang="en-IN" dirty="0"/>
              <a:t>()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	return </a:t>
            </a:r>
            <a:r>
              <a:rPr lang="en-IN" dirty="0" err="1"/>
              <a:t>pool.toString</a:t>
            </a:r>
            <a:r>
              <a:rPr lang="en-IN" dirty="0"/>
              <a:t>();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java.util.Scanner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Generator {</a:t>
            </a:r>
          </a:p>
          <a:p>
            <a:r>
              <a:rPr lang="en-IN" dirty="0"/>
              <a:t>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IncludeUpper</a:t>
            </a:r>
            <a:r>
              <a:rPr lang="en-IN" dirty="0"/>
              <a:t>=false;</a:t>
            </a:r>
          </a:p>
          <a:p>
            <a:r>
              <a:rPr lang="en-IN" dirty="0"/>
              <a:t>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IncludeLower</a:t>
            </a:r>
            <a:r>
              <a:rPr lang="en-IN" dirty="0"/>
              <a:t>=false;</a:t>
            </a:r>
          </a:p>
          <a:p>
            <a:r>
              <a:rPr lang="en-IN" dirty="0"/>
              <a:t>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IncludeNum</a:t>
            </a:r>
            <a:r>
              <a:rPr lang="en-IN" dirty="0"/>
              <a:t>=false;</a:t>
            </a:r>
          </a:p>
          <a:p>
            <a:r>
              <a:rPr lang="en-IN" dirty="0"/>
              <a:t>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IncludeSym</a:t>
            </a:r>
            <a:r>
              <a:rPr lang="en-IN" dirty="0"/>
              <a:t>=false;</a:t>
            </a:r>
          </a:p>
          <a:p>
            <a:r>
              <a:rPr lang="en-IN" dirty="0"/>
              <a:t>	Alphabet </a:t>
            </a:r>
            <a:r>
              <a:rPr lang="en-IN" dirty="0" err="1"/>
              <a:t>Alphabet</a:t>
            </a:r>
            <a:r>
              <a:rPr lang="en-IN" dirty="0"/>
              <a:t>;</a:t>
            </a:r>
          </a:p>
          <a:p>
            <a:r>
              <a:rPr lang="en-IN" dirty="0"/>
              <a:t>	Alphabet </a:t>
            </a:r>
            <a:r>
              <a:rPr lang="en-IN" dirty="0" err="1"/>
              <a:t>alphabet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	public Generator(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IncludeUpper,boolean</a:t>
            </a:r>
            <a:r>
              <a:rPr lang="en-IN" dirty="0"/>
              <a:t> </a:t>
            </a:r>
            <a:r>
              <a:rPr lang="en-IN" dirty="0" err="1"/>
              <a:t>IncludeLower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IncludeNum</a:t>
            </a:r>
            <a:r>
              <a:rPr lang="en-IN" dirty="0"/>
              <a:t>,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IncludeSym</a:t>
            </a:r>
            <a:r>
              <a:rPr lang="en-IN" dirty="0"/>
              <a:t>) {</a:t>
            </a:r>
          </a:p>
          <a:p>
            <a:r>
              <a:rPr lang="en-IN" dirty="0"/>
              <a:t>		Alphabet=new Alphabet(</a:t>
            </a:r>
            <a:r>
              <a:rPr lang="en-IN" dirty="0" err="1"/>
              <a:t>IncludeUpper,IncludeLower,IncludeNum,IncludeSym</a:t>
            </a:r>
            <a:r>
              <a:rPr lang="en-IN" dirty="0"/>
              <a:t>);</a:t>
            </a:r>
          </a:p>
          <a:p>
            <a:r>
              <a:rPr lang="en-IN" dirty="0"/>
              <a:t>		alphabet=new Alphabet(</a:t>
            </a:r>
            <a:r>
              <a:rPr lang="en-IN" dirty="0" err="1"/>
              <a:t>IncludeUpper</a:t>
            </a:r>
            <a:r>
              <a:rPr lang="en-IN" dirty="0"/>
              <a:t>, </a:t>
            </a:r>
            <a:r>
              <a:rPr lang="en-IN" dirty="0" err="1"/>
              <a:t>IncludeLower</a:t>
            </a:r>
            <a:r>
              <a:rPr lang="en-IN" dirty="0"/>
              <a:t>, </a:t>
            </a:r>
            <a:r>
              <a:rPr lang="en-IN" dirty="0" err="1"/>
              <a:t>IncludeNum</a:t>
            </a:r>
            <a:r>
              <a:rPr lang="en-IN" dirty="0"/>
              <a:t>, </a:t>
            </a:r>
            <a:r>
              <a:rPr lang="en-IN" dirty="0" err="1"/>
              <a:t>IncludeSym</a:t>
            </a:r>
            <a:r>
              <a:rPr lang="en-IN" dirty="0"/>
              <a:t>);</a:t>
            </a:r>
          </a:p>
          <a:p>
            <a:r>
              <a:rPr lang="en-IN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981986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F8E66E-2C4F-1687-FD5E-EC8EB01D9353}"/>
              </a:ext>
            </a:extLst>
          </p:cNvPr>
          <p:cNvSpPr txBox="1"/>
          <p:nvPr/>
        </p:nvSpPr>
        <p:spPr>
          <a:xfrm>
            <a:off x="259882" y="-79653"/>
            <a:ext cx="105011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Password </a:t>
            </a:r>
            <a:r>
              <a:rPr lang="en-IN" dirty="0" err="1"/>
              <a:t>GeneratePassword</a:t>
            </a:r>
            <a:r>
              <a:rPr lang="en-IN" dirty="0"/>
              <a:t>(int Length) {</a:t>
            </a:r>
          </a:p>
          <a:p>
            <a:r>
              <a:rPr lang="en-IN" dirty="0"/>
              <a:t>		String Pass="";</a:t>
            </a:r>
          </a:p>
          <a:p>
            <a:r>
              <a:rPr lang="en-IN" dirty="0"/>
              <a:t>		char </a:t>
            </a:r>
            <a:r>
              <a:rPr lang="en-IN" dirty="0" err="1"/>
              <a:t>Char</a:t>
            </a:r>
            <a:r>
              <a:rPr lang="en-IN" dirty="0"/>
              <a:t>;</a:t>
            </a:r>
          </a:p>
          <a:p>
            <a:r>
              <a:rPr lang="en-IN" dirty="0"/>
              <a:t>		int n=</a:t>
            </a:r>
            <a:r>
              <a:rPr lang="en-IN" dirty="0" err="1"/>
              <a:t>Alphabet.PoolSize</a:t>
            </a:r>
            <a:r>
              <a:rPr lang="en-IN" dirty="0"/>
              <a:t>;</a:t>
            </a:r>
          </a:p>
          <a:p>
            <a:r>
              <a:rPr lang="en-IN" dirty="0"/>
              <a:t>	public Password </a:t>
            </a:r>
            <a:r>
              <a:rPr lang="en-IN" dirty="0" err="1"/>
              <a:t>GeneratePassword</a:t>
            </a:r>
            <a:r>
              <a:rPr lang="en-IN" dirty="0"/>
              <a:t>(int length) {</a:t>
            </a:r>
          </a:p>
          <a:p>
            <a:r>
              <a:rPr lang="en-IN" dirty="0"/>
              <a:t>		final StringBuilder pass = new StringBuilder("");</a:t>
            </a:r>
          </a:p>
          <a:p>
            <a:endParaRPr lang="en-IN" dirty="0"/>
          </a:p>
          <a:p>
            <a:r>
              <a:rPr lang="en-IN" dirty="0"/>
              <a:t>		final int </a:t>
            </a:r>
            <a:r>
              <a:rPr lang="en-IN" dirty="0" err="1"/>
              <a:t>alphabetLength</a:t>
            </a:r>
            <a:r>
              <a:rPr lang="en-IN" dirty="0"/>
              <a:t> = </a:t>
            </a:r>
            <a:r>
              <a:rPr lang="en-IN" dirty="0" err="1"/>
              <a:t>alphabet.getAlphabet</a:t>
            </a:r>
            <a:r>
              <a:rPr lang="en-IN" dirty="0"/>
              <a:t>().length();</a:t>
            </a:r>
          </a:p>
          <a:p>
            <a:endParaRPr lang="en-IN" dirty="0"/>
          </a:p>
          <a:p>
            <a:r>
              <a:rPr lang="en-IN" dirty="0"/>
              <a:t>		int max = n-1; </a:t>
            </a:r>
          </a:p>
          <a:p>
            <a:r>
              <a:rPr lang="en-IN" dirty="0"/>
              <a:t>		int max = </a:t>
            </a:r>
            <a:r>
              <a:rPr lang="en-IN" dirty="0" err="1"/>
              <a:t>alphabetLength</a:t>
            </a:r>
            <a:r>
              <a:rPr lang="en-IN" dirty="0"/>
              <a:t> - 1; </a:t>
            </a:r>
          </a:p>
          <a:p>
            <a:r>
              <a:rPr lang="en-IN" dirty="0"/>
              <a:t>        int min = 0; </a:t>
            </a:r>
          </a:p>
          <a:p>
            <a:r>
              <a:rPr lang="en-IN" dirty="0"/>
              <a:t>        int range = max - min + 1;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for(int </a:t>
            </a:r>
            <a:r>
              <a:rPr lang="en-IN" dirty="0" err="1"/>
              <a:t>i</a:t>
            </a:r>
            <a:r>
              <a:rPr lang="en-IN" dirty="0"/>
              <a:t>=0;i&lt;</a:t>
            </a:r>
            <a:r>
              <a:rPr lang="en-IN" dirty="0" err="1"/>
              <a:t>Length;i</a:t>
            </a:r>
            <a:r>
              <a:rPr lang="en-IN" dirty="0"/>
              <a:t>++) {</a:t>
            </a:r>
          </a:p>
          <a:p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263614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60281-66C1-552D-3561-18A924430BD3}"/>
              </a:ext>
            </a:extLst>
          </p:cNvPr>
          <p:cNvSpPr txBox="1"/>
          <p:nvPr/>
        </p:nvSpPr>
        <p:spPr>
          <a:xfrm>
            <a:off x="-77002" y="-326436"/>
            <a:ext cx="12192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for(int </a:t>
            </a:r>
            <a:r>
              <a:rPr lang="en-IN" dirty="0" err="1"/>
              <a:t>i</a:t>
            </a:r>
            <a:r>
              <a:rPr lang="en-IN" dirty="0"/>
              <a:t>=0;i&lt;</a:t>
            </a:r>
            <a:r>
              <a:rPr lang="en-IN" dirty="0" err="1"/>
              <a:t>length;i</a:t>
            </a:r>
            <a:r>
              <a:rPr lang="en-IN" dirty="0"/>
              <a:t>++) {</a:t>
            </a:r>
          </a:p>
          <a:p>
            <a:endParaRPr lang="en-IN" dirty="0"/>
          </a:p>
          <a:p>
            <a:r>
              <a:rPr lang="en-IN" dirty="0"/>
              <a:t>			int index=(int)(</a:t>
            </a:r>
            <a:r>
              <a:rPr lang="en-IN" dirty="0" err="1"/>
              <a:t>Math.random</a:t>
            </a:r>
            <a:r>
              <a:rPr lang="en-IN" dirty="0"/>
              <a:t>() * range) + min; </a:t>
            </a:r>
          </a:p>
          <a:p>
            <a:r>
              <a:rPr lang="en-IN" dirty="0"/>
              <a:t>			Char=</a:t>
            </a:r>
            <a:r>
              <a:rPr lang="en-IN" dirty="0" err="1"/>
              <a:t>Alphabet.Pool.charAt</a:t>
            </a:r>
            <a:r>
              <a:rPr lang="en-IN" dirty="0"/>
              <a:t>(index);</a:t>
            </a:r>
          </a:p>
          <a:p>
            <a:r>
              <a:rPr lang="en-IN" dirty="0"/>
              <a:t>			Pass=</a:t>
            </a:r>
            <a:r>
              <a:rPr lang="en-IN" dirty="0" err="1"/>
              <a:t>Pass+Char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			</a:t>
            </a:r>
            <a:r>
              <a:rPr lang="en-IN" dirty="0" err="1"/>
              <a:t>pass.append</a:t>
            </a:r>
            <a:r>
              <a:rPr lang="en-IN" dirty="0"/>
              <a:t>(</a:t>
            </a:r>
            <a:r>
              <a:rPr lang="en-IN" dirty="0" err="1"/>
              <a:t>alphabet.getAlphabet</a:t>
            </a:r>
            <a:r>
              <a:rPr lang="en-IN" dirty="0"/>
              <a:t>().</a:t>
            </a:r>
            <a:r>
              <a:rPr lang="en-IN" dirty="0" err="1"/>
              <a:t>charAt</a:t>
            </a:r>
            <a:r>
              <a:rPr lang="en-IN" dirty="0"/>
              <a:t>(index));</a:t>
            </a:r>
          </a:p>
          <a:p>
            <a:r>
              <a:rPr lang="en-IN" dirty="0"/>
              <a:t>		}</a:t>
            </a:r>
          </a:p>
          <a:p>
            <a:endParaRPr lang="en-IN" dirty="0"/>
          </a:p>
          <a:p>
            <a:r>
              <a:rPr lang="en-IN" dirty="0"/>
              <a:t>return new Password(Pass);</a:t>
            </a:r>
          </a:p>
          <a:p>
            <a:r>
              <a:rPr lang="en-IN" dirty="0"/>
              <a:t>		return new Password(</a:t>
            </a:r>
            <a:r>
              <a:rPr lang="en-IN" dirty="0" err="1"/>
              <a:t>pass.toString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	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public static void </a:t>
            </a:r>
            <a:r>
              <a:rPr lang="en-IN" dirty="0" err="1"/>
              <a:t>UsefulInfo</a:t>
            </a:r>
            <a:r>
              <a:rPr lang="en-IN" dirty="0"/>
              <a:t>() {</a:t>
            </a:r>
          </a:p>
          <a:p>
            <a:r>
              <a:rPr lang="en-IN" dirty="0"/>
              <a:t>	public static void </a:t>
            </a:r>
            <a:r>
              <a:rPr lang="en-IN" dirty="0" err="1"/>
              <a:t>printUsefulInfo</a:t>
            </a:r>
            <a:r>
              <a:rPr lang="en-IN" dirty="0"/>
              <a:t>() {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("Use a minimum password length of 8 or more characters if permitted");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("Include lowercase and uppercase alphabetic characters, numbers and symbols if permitted");</a:t>
            </a:r>
          </a:p>
          <a:p>
            <a:r>
              <a:rPr lang="en-IN" dirty="0"/>
              <a:t>@@ -46,13 +46,14 @@ public static void </a:t>
            </a:r>
            <a:r>
              <a:rPr lang="en-IN" dirty="0" err="1"/>
              <a:t>UsefulInfo</a:t>
            </a:r>
            <a:r>
              <a:rPr lang="en-IN" dirty="0"/>
              <a:t>() {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4020907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FAF6C2-4CAB-23B6-8BDE-15F55F9BEAD8}"/>
              </a:ext>
            </a:extLst>
          </p:cNvPr>
          <p:cNvSpPr txBox="1"/>
          <p:nvPr/>
        </p:nvSpPr>
        <p:spPr>
          <a:xfrm>
            <a:off x="67377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public static void </a:t>
            </a:r>
            <a:r>
              <a:rPr lang="en-IN" dirty="0" err="1"/>
              <a:t>PasswordRequest</a:t>
            </a:r>
            <a:r>
              <a:rPr lang="en-IN" dirty="0"/>
              <a:t>() {</a:t>
            </a:r>
          </a:p>
          <a:p>
            <a:r>
              <a:rPr lang="en-IN" dirty="0"/>
              <a:t>	public static void </a:t>
            </a:r>
            <a:r>
              <a:rPr lang="en-IN" dirty="0" err="1"/>
              <a:t>requestPassword</a:t>
            </a:r>
            <a:r>
              <a:rPr lang="en-IN" dirty="0"/>
              <a:t>() {</a:t>
            </a:r>
          </a:p>
          <a:p>
            <a:r>
              <a:rPr lang="en-IN" dirty="0"/>
              <a:t>	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IncludeUpper</a:t>
            </a:r>
            <a:r>
              <a:rPr lang="en-IN" dirty="0"/>
              <a:t>=false;</a:t>
            </a:r>
          </a:p>
          <a:p>
            <a:r>
              <a:rPr lang="en-IN" dirty="0"/>
              <a:t>	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IncludeLower</a:t>
            </a:r>
            <a:r>
              <a:rPr lang="en-IN" dirty="0"/>
              <a:t>=false;</a:t>
            </a:r>
          </a:p>
          <a:p>
            <a:r>
              <a:rPr lang="en-IN" dirty="0"/>
              <a:t>	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IncludeNum</a:t>
            </a:r>
            <a:r>
              <a:rPr lang="en-IN" dirty="0"/>
              <a:t>=false;</a:t>
            </a:r>
          </a:p>
          <a:p>
            <a:r>
              <a:rPr lang="en-IN" dirty="0"/>
              <a:t>		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IncludeSym</a:t>
            </a:r>
            <a:r>
              <a:rPr lang="en-IN" dirty="0"/>
              <a:t>=false;</a:t>
            </a:r>
          </a:p>
          <a:p>
            <a:endParaRPr lang="en-IN" dirty="0"/>
          </a:p>
          <a:p>
            <a:r>
              <a:rPr lang="en-IN" dirty="0"/>
              <a:t>String Input;</a:t>
            </a:r>
          </a:p>
          <a:p>
            <a:r>
              <a:rPr lang="en-IN" dirty="0"/>
              <a:t>		Scanner in = new Scanner(System.in);</a:t>
            </a:r>
          </a:p>
          <a:p>
            <a:r>
              <a:rPr lang="en-IN" dirty="0"/>
              <a:t>		final Scanner in = new Scanner(System.in);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("Hello, welcome to the Password Generator :) answer"</a:t>
            </a:r>
          </a:p>
          <a:p>
            <a:r>
              <a:rPr lang="en-IN" dirty="0"/>
              <a:t>				+" the following questions by Yes or No \n");</a:t>
            </a:r>
          </a:p>
          <a:p>
            <a:r>
              <a:rPr lang="en-IN" dirty="0"/>
              <a:t>@@ -124,12 +125,14 @@ public static void </a:t>
            </a:r>
            <a:r>
              <a:rPr lang="en-IN" dirty="0" err="1"/>
              <a:t>PasswordRequest</a:t>
            </a:r>
            <a:r>
              <a:rPr lang="en-IN" dirty="0"/>
              <a:t>() {</a:t>
            </a:r>
          </a:p>
          <a:p>
            <a:r>
              <a:rPr lang="en-IN" dirty="0"/>
              <a:t>	        </a:t>
            </a:r>
            <a:r>
              <a:rPr lang="en-IN" dirty="0" err="1"/>
              <a:t>System.out.println</a:t>
            </a:r>
            <a:r>
              <a:rPr lang="en-IN" dirty="0"/>
              <a:t>("Great! Now enter the length of the password");</a:t>
            </a:r>
          </a:p>
          <a:p>
            <a:r>
              <a:rPr lang="en-IN" dirty="0"/>
              <a:t>	        int length=</a:t>
            </a:r>
            <a:r>
              <a:rPr lang="en-IN" dirty="0" err="1"/>
              <a:t>in.nextInt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	        Generator G=new Generator (</a:t>
            </a:r>
            <a:r>
              <a:rPr lang="en-IN" dirty="0" err="1"/>
              <a:t>IncludeUpper</a:t>
            </a:r>
            <a:r>
              <a:rPr lang="en-IN" dirty="0"/>
              <a:t>, </a:t>
            </a:r>
            <a:r>
              <a:rPr lang="en-IN" dirty="0" err="1"/>
              <a:t>IncludeLower</a:t>
            </a:r>
            <a:r>
              <a:rPr lang="en-IN" dirty="0"/>
              <a:t>, </a:t>
            </a:r>
            <a:r>
              <a:rPr lang="en-IN" dirty="0" err="1"/>
              <a:t>IncludeNum</a:t>
            </a:r>
            <a:r>
              <a:rPr lang="en-IN" dirty="0"/>
              <a:t>, </a:t>
            </a:r>
            <a:r>
              <a:rPr lang="en-IN" dirty="0" err="1"/>
              <a:t>IncludeSym</a:t>
            </a:r>
            <a:r>
              <a:rPr lang="en-IN" dirty="0"/>
              <a:t>);</a:t>
            </a:r>
          </a:p>
          <a:p>
            <a:r>
              <a:rPr lang="en-IN" dirty="0"/>
              <a:t>	        final Generator </a:t>
            </a:r>
            <a:r>
              <a:rPr lang="en-IN" dirty="0" err="1"/>
              <a:t>generator</a:t>
            </a:r>
            <a:r>
              <a:rPr lang="en-IN" dirty="0"/>
              <a:t> = new Generator (</a:t>
            </a:r>
            <a:r>
              <a:rPr lang="en-IN" dirty="0" err="1"/>
              <a:t>IncludeUpper</a:t>
            </a:r>
            <a:r>
              <a:rPr lang="en-IN" dirty="0"/>
              <a:t>, </a:t>
            </a:r>
            <a:r>
              <a:rPr lang="en-IN" dirty="0" err="1"/>
              <a:t>IncludeLower</a:t>
            </a:r>
            <a:r>
              <a:rPr lang="en-IN" dirty="0"/>
              <a:t>, </a:t>
            </a:r>
            <a:r>
              <a:rPr lang="en-IN" dirty="0" err="1"/>
              <a:t>IncludeNum</a:t>
            </a:r>
            <a:r>
              <a:rPr lang="en-IN" dirty="0"/>
              <a:t>, </a:t>
            </a:r>
            <a:r>
              <a:rPr lang="en-IN" dirty="0" err="1"/>
              <a:t>IncludeSym</a:t>
            </a:r>
            <a:r>
              <a:rPr lang="en-IN" dirty="0"/>
              <a:t>);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26954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7999C-5AE6-134C-E72E-256949905D93}"/>
              </a:ext>
            </a:extLst>
          </p:cNvPr>
          <p:cNvSpPr txBox="1"/>
          <p:nvPr/>
        </p:nvSpPr>
        <p:spPr>
          <a:xfrm>
            <a:off x="0" y="66066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Password </a:t>
            </a:r>
            <a:r>
              <a:rPr lang="en-IN" dirty="0" err="1"/>
              <a:t>UserPass</a:t>
            </a:r>
            <a:r>
              <a:rPr lang="en-IN" dirty="0"/>
              <a:t>=</a:t>
            </a:r>
            <a:r>
              <a:rPr lang="en-IN" dirty="0" err="1"/>
              <a:t>G.GeneratePassword</a:t>
            </a:r>
            <a:r>
              <a:rPr lang="en-IN" dirty="0"/>
              <a:t>(length); </a:t>
            </a:r>
          </a:p>
          <a:p>
            <a:r>
              <a:rPr lang="en-IN" dirty="0"/>
              <a:t>final Password </a:t>
            </a:r>
            <a:r>
              <a:rPr lang="en-IN" dirty="0" err="1"/>
              <a:t>UserPass</a:t>
            </a:r>
            <a:r>
              <a:rPr lang="en-IN" dirty="0"/>
              <a:t> = </a:t>
            </a:r>
            <a:r>
              <a:rPr lang="en-IN" dirty="0" err="1"/>
              <a:t>generator.GeneratePassword</a:t>
            </a:r>
            <a:r>
              <a:rPr lang="en-IN" dirty="0"/>
              <a:t>(length);</a:t>
            </a:r>
          </a:p>
          <a:p>
            <a:endParaRPr lang="en-IN" dirty="0"/>
          </a:p>
          <a:p>
            <a:r>
              <a:rPr lang="en-IN" dirty="0"/>
              <a:t>	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UserPass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	        </a:t>
            </a:r>
            <a:r>
              <a:rPr lang="en-IN" dirty="0" err="1"/>
              <a:t>in.close</a:t>
            </a:r>
            <a:r>
              <a:rPr lang="en-IN" dirty="0"/>
              <a:t>();</a:t>
            </a:r>
          </a:p>
          <a:p>
            <a:r>
              <a:rPr lang="en-IN" dirty="0"/>
              <a:t>	        break;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public static void </a:t>
            </a:r>
            <a:r>
              <a:rPr lang="en-IN" dirty="0" err="1"/>
              <a:t>PasswordCheck</a:t>
            </a:r>
            <a:r>
              <a:rPr lang="en-IN" dirty="0"/>
              <a:t>() {</a:t>
            </a:r>
          </a:p>
          <a:p>
            <a:r>
              <a:rPr lang="en-IN" dirty="0"/>
              <a:t>		String Input;</a:t>
            </a:r>
          </a:p>
          <a:p>
            <a:r>
              <a:rPr lang="en-IN" dirty="0"/>
              <a:t>		Scanner in = new Scanner(System.in);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System.out.print</a:t>
            </a:r>
            <a:r>
              <a:rPr lang="en-IN" dirty="0"/>
              <a:t>("Enter your password:");</a:t>
            </a:r>
          </a:p>
          <a:p>
            <a:r>
              <a:rPr lang="en-IN" dirty="0"/>
              <a:t>		Input = </a:t>
            </a:r>
            <a:r>
              <a:rPr lang="en-IN" dirty="0" err="1"/>
              <a:t>in.nextLine</a:t>
            </a:r>
            <a:r>
              <a:rPr lang="en-IN" dirty="0"/>
              <a:t>();</a:t>
            </a:r>
          </a:p>
          <a:p>
            <a:r>
              <a:rPr lang="en-IN" dirty="0"/>
              <a:t>	public static void </a:t>
            </a:r>
            <a:r>
              <a:rPr lang="en-IN" dirty="0" err="1"/>
              <a:t>checkPassword</a:t>
            </a:r>
            <a:r>
              <a:rPr lang="en-IN" dirty="0"/>
              <a:t>() {</a:t>
            </a:r>
          </a:p>
          <a:p>
            <a:r>
              <a:rPr lang="en-IN" dirty="0"/>
              <a:t>		String input;</a:t>
            </a:r>
          </a:p>
          <a:p>
            <a:r>
              <a:rPr lang="en-IN" dirty="0"/>
              <a:t>		final Scanner in = new Scanner(System.in);</a:t>
            </a:r>
          </a:p>
          <a:p>
            <a:endParaRPr lang="en-IN" dirty="0"/>
          </a:p>
          <a:p>
            <a:r>
              <a:rPr lang="en-IN" dirty="0"/>
              <a:t>		</a:t>
            </a:r>
          </a:p>
          <a:p>
            <a:r>
              <a:rPr lang="en-IN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30150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74402-DF7A-BCF6-A30F-CCFCC82A8BC6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System.out.print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your password:");</a:t>
            </a:r>
          </a:p>
          <a:p>
            <a:r>
              <a:rPr lang="en-IN" dirty="0"/>
              <a:t>		input = </a:t>
            </a:r>
            <a:r>
              <a:rPr lang="en-IN" dirty="0" err="1"/>
              <a:t>in.nextLine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		final Password p = new Password(input);</a:t>
            </a:r>
          </a:p>
          <a:p>
            <a:endParaRPr lang="en-IN" dirty="0"/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p.calculateScore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Password P=new Password(Input);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P.CalculateScore</a:t>
            </a:r>
            <a:r>
              <a:rPr lang="en-IN" dirty="0"/>
              <a:t>());</a:t>
            </a:r>
          </a:p>
          <a:p>
            <a:r>
              <a:rPr lang="en-IN" dirty="0"/>
              <a:t>		</a:t>
            </a:r>
            <a:r>
              <a:rPr lang="en-IN" dirty="0" err="1"/>
              <a:t>in.close</a:t>
            </a:r>
            <a:r>
              <a:rPr lang="en-IN" dirty="0"/>
              <a:t>();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public static void Menu() {</a:t>
            </a:r>
          </a:p>
          <a:p>
            <a:r>
              <a:rPr lang="en-IN" dirty="0"/>
              <a:t>	public static void </a:t>
            </a:r>
            <a:r>
              <a:rPr lang="en-IN" dirty="0" err="1"/>
              <a:t>printMenu</a:t>
            </a:r>
            <a:r>
              <a:rPr lang="en-IN" dirty="0"/>
              <a:t>() {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("Enter 1 - Password Generator");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("Enter 2 - Password </a:t>
            </a:r>
            <a:r>
              <a:rPr lang="en-IN" dirty="0" err="1"/>
              <a:t>Stength</a:t>
            </a:r>
            <a:r>
              <a:rPr lang="en-IN" dirty="0"/>
              <a:t> Check");</a:t>
            </a:r>
          </a:p>
          <a:p>
            <a:r>
              <a:rPr lang="en-IN" dirty="0"/>
              <a:t>@@ -162,26 +168,26 @@ public static void Menu() {</a:t>
            </a:r>
          </a:p>
          <a:p>
            <a:endParaRPr lang="en-IN" dirty="0"/>
          </a:p>
          <a:p>
            <a:r>
              <a:rPr lang="en-IN" dirty="0"/>
              <a:t>	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		String Input;</a:t>
            </a:r>
          </a:p>
          <a:p>
            <a:r>
              <a:rPr lang="en-IN" dirty="0"/>
              <a:t>		Scanner in = new Scanner(System.in);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3169371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CA7990-1420-7663-D8E7-7BFF3F219BC1}"/>
              </a:ext>
            </a:extLst>
          </p:cNvPr>
          <p:cNvSpPr txBox="1"/>
          <p:nvPr/>
        </p:nvSpPr>
        <p:spPr>
          <a:xfrm>
            <a:off x="0" y="-210933"/>
            <a:ext cx="1211820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final Scanner in = new Scanner(System.in);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("Welcome to </a:t>
            </a:r>
            <a:r>
              <a:rPr lang="en-IN" dirty="0" err="1"/>
              <a:t>Ziz</a:t>
            </a:r>
            <a:r>
              <a:rPr lang="en-IN" dirty="0"/>
              <a:t> Password Services :)" );</a:t>
            </a:r>
          </a:p>
          <a:p>
            <a:r>
              <a:rPr lang="en-IN" dirty="0"/>
              <a:t>		Menu();</a:t>
            </a:r>
          </a:p>
          <a:p>
            <a:r>
              <a:rPr lang="en-IN" dirty="0"/>
              <a:t>		</a:t>
            </a:r>
            <a:r>
              <a:rPr lang="en-IN" dirty="0" err="1"/>
              <a:t>printMenu</a:t>
            </a:r>
            <a:r>
              <a:rPr lang="en-IN" dirty="0"/>
              <a:t>();</a:t>
            </a:r>
          </a:p>
          <a:p>
            <a:r>
              <a:rPr lang="en-IN" dirty="0"/>
              <a:t>		while (</a:t>
            </a:r>
            <a:r>
              <a:rPr lang="en-IN" dirty="0" err="1"/>
              <a:t>in.hasNextLine</a:t>
            </a:r>
            <a:r>
              <a:rPr lang="en-IN" dirty="0"/>
              <a:t>()) {</a:t>
            </a:r>
          </a:p>
          <a:p>
            <a:endParaRPr lang="en-IN" dirty="0"/>
          </a:p>
          <a:p>
            <a:r>
              <a:rPr lang="en-IN" dirty="0"/>
              <a:t>			Input = </a:t>
            </a:r>
            <a:r>
              <a:rPr lang="en-IN" dirty="0" err="1"/>
              <a:t>in.nextLine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if (</a:t>
            </a:r>
            <a:r>
              <a:rPr lang="en-IN" dirty="0" err="1"/>
              <a:t>Input.equals</a:t>
            </a:r>
            <a:r>
              <a:rPr lang="en-IN" dirty="0"/>
              <a:t>("1")) {</a:t>
            </a:r>
          </a:p>
          <a:p>
            <a:r>
              <a:rPr lang="en-IN" dirty="0"/>
              <a:t>				</a:t>
            </a:r>
            <a:r>
              <a:rPr lang="en-IN" dirty="0" err="1"/>
              <a:t>PasswordRequest</a:t>
            </a:r>
            <a:r>
              <a:rPr lang="en-IN" dirty="0"/>
              <a:t>();</a:t>
            </a:r>
          </a:p>
          <a:p>
            <a:r>
              <a:rPr lang="en-IN" dirty="0"/>
              <a:t>				Menu();</a:t>
            </a:r>
          </a:p>
          <a:p>
            <a:r>
              <a:rPr lang="en-IN" dirty="0"/>
              <a:t>				</a:t>
            </a:r>
            <a:r>
              <a:rPr lang="en-IN" dirty="0" err="1"/>
              <a:t>requestPassword</a:t>
            </a:r>
            <a:r>
              <a:rPr lang="en-IN" dirty="0"/>
              <a:t>();</a:t>
            </a:r>
          </a:p>
          <a:p>
            <a:r>
              <a:rPr lang="en-IN" dirty="0"/>
              <a:t>				</a:t>
            </a:r>
            <a:r>
              <a:rPr lang="en-IN" dirty="0" err="1"/>
              <a:t>printMenu</a:t>
            </a:r>
            <a:r>
              <a:rPr lang="en-IN" dirty="0"/>
              <a:t>();</a:t>
            </a:r>
          </a:p>
          <a:p>
            <a:r>
              <a:rPr lang="en-IN" dirty="0"/>
              <a:t>			}</a:t>
            </a:r>
          </a:p>
          <a:p>
            <a:endParaRPr lang="en-IN" dirty="0"/>
          </a:p>
          <a:p>
            <a:r>
              <a:rPr lang="en-IN" dirty="0"/>
              <a:t>else if (</a:t>
            </a:r>
            <a:r>
              <a:rPr lang="en-IN" dirty="0" err="1"/>
              <a:t>Input.equals</a:t>
            </a:r>
            <a:r>
              <a:rPr lang="en-IN" dirty="0"/>
              <a:t>("2")) {</a:t>
            </a:r>
          </a:p>
          <a:p>
            <a:r>
              <a:rPr lang="en-IN" dirty="0"/>
              <a:t>				</a:t>
            </a:r>
            <a:r>
              <a:rPr lang="en-IN" dirty="0" err="1"/>
              <a:t>PasswordCheck</a:t>
            </a:r>
            <a:r>
              <a:rPr lang="en-IN" dirty="0"/>
              <a:t>();</a:t>
            </a:r>
          </a:p>
          <a:p>
            <a:r>
              <a:rPr lang="en-IN" dirty="0"/>
              <a:t>				Menu();</a:t>
            </a:r>
          </a:p>
          <a:p>
            <a:r>
              <a:rPr lang="en-IN" dirty="0"/>
              <a:t>				</a:t>
            </a:r>
            <a:r>
              <a:rPr lang="en-IN" dirty="0" err="1"/>
              <a:t>checkPassword</a:t>
            </a:r>
            <a:r>
              <a:rPr lang="en-IN" dirty="0"/>
              <a:t>();</a:t>
            </a:r>
          </a:p>
          <a:p>
            <a:r>
              <a:rPr lang="en-IN" dirty="0"/>
              <a:t>				</a:t>
            </a:r>
            <a:r>
              <a:rPr lang="en-IN" dirty="0" err="1"/>
              <a:t>printMenu</a:t>
            </a:r>
            <a:r>
              <a:rPr lang="en-IN" dirty="0"/>
              <a:t>();</a:t>
            </a:r>
          </a:p>
          <a:p>
            <a:r>
              <a:rPr lang="en-IN" dirty="0"/>
              <a:t>			}</a:t>
            </a:r>
          </a:p>
          <a:p>
            <a:endParaRPr lang="en-IN" dirty="0"/>
          </a:p>
          <a:p>
            <a:r>
              <a:rPr lang="en-IN" dirty="0"/>
              <a:t>			</a:t>
            </a:r>
          </a:p>
          <a:p>
            <a:r>
              <a:rPr lang="en-IN" dirty="0"/>
              <a:t>						</a:t>
            </a:r>
          </a:p>
        </p:txBody>
      </p:sp>
    </p:spTree>
    <p:extLst>
      <p:ext uri="{BB962C8B-B14F-4D97-AF65-F5344CB8AC3E}">
        <p14:creationId xmlns:p14="http://schemas.microsoft.com/office/powerpoint/2010/main" val="212239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042F8-CB2D-6098-4FBA-337D273C3054}"/>
              </a:ext>
            </a:extLst>
          </p:cNvPr>
          <p:cNvSpPr txBox="1"/>
          <p:nvPr/>
        </p:nvSpPr>
        <p:spPr>
          <a:xfrm>
            <a:off x="67377" y="0"/>
            <a:ext cx="1205724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else if (</a:t>
            </a:r>
            <a:r>
              <a:rPr lang="en-IN" dirty="0" err="1"/>
              <a:t>Input.equals</a:t>
            </a:r>
            <a:r>
              <a:rPr lang="en-IN" dirty="0"/>
              <a:t>("3")) {</a:t>
            </a:r>
          </a:p>
          <a:p>
            <a:r>
              <a:rPr lang="en-IN" dirty="0"/>
              <a:t>				</a:t>
            </a:r>
            <a:r>
              <a:rPr lang="en-IN" dirty="0" err="1"/>
              <a:t>UsefulInfo</a:t>
            </a:r>
            <a:r>
              <a:rPr lang="en-IN" dirty="0"/>
              <a:t>();</a:t>
            </a:r>
          </a:p>
          <a:p>
            <a:r>
              <a:rPr lang="en-IN" dirty="0"/>
              <a:t>				Menu();</a:t>
            </a:r>
          </a:p>
          <a:p>
            <a:r>
              <a:rPr lang="en-IN" dirty="0"/>
              <a:t>				</a:t>
            </a:r>
            <a:r>
              <a:rPr lang="en-IN" dirty="0" err="1"/>
              <a:t>printUsefulInfo</a:t>
            </a:r>
            <a:r>
              <a:rPr lang="en-IN" dirty="0"/>
              <a:t>();</a:t>
            </a:r>
          </a:p>
          <a:p>
            <a:r>
              <a:rPr lang="en-IN" dirty="0"/>
              <a:t>				</a:t>
            </a:r>
            <a:r>
              <a:rPr lang="en-IN" dirty="0" err="1"/>
              <a:t>printMenu</a:t>
            </a:r>
            <a:r>
              <a:rPr lang="en-IN" dirty="0"/>
              <a:t>();</a:t>
            </a:r>
          </a:p>
          <a:p>
            <a:r>
              <a:rPr lang="en-IN" dirty="0"/>
              <a:t>			}</a:t>
            </a:r>
          </a:p>
          <a:p>
            <a:endParaRPr lang="en-IN" dirty="0"/>
          </a:p>
          <a:p>
            <a:r>
              <a:rPr lang="en-IN" dirty="0"/>
              <a:t>else if (</a:t>
            </a:r>
            <a:r>
              <a:rPr lang="en-IN" dirty="0" err="1"/>
              <a:t>Input.equals</a:t>
            </a:r>
            <a:r>
              <a:rPr lang="en-IN" dirty="0"/>
              <a:t>("4")) {</a:t>
            </a:r>
          </a:p>
          <a:p>
            <a:r>
              <a:rPr lang="en-IN" dirty="0"/>
              <a:t>@@ -191,9 +197,10 @@ else if (</a:t>
            </a:r>
            <a:r>
              <a:rPr lang="en-IN" dirty="0" err="1"/>
              <a:t>Input.equals</a:t>
            </a:r>
            <a:r>
              <a:rPr lang="en-IN" dirty="0"/>
              <a:t>("4")) {</a:t>
            </a:r>
          </a:p>
          <a:p>
            <a:endParaRPr lang="en-IN" dirty="0"/>
          </a:p>
          <a:p>
            <a:r>
              <a:rPr lang="en-IN" dirty="0"/>
              <a:t>else {</a:t>
            </a:r>
          </a:p>
          <a:p>
            <a:r>
              <a:rPr lang="en-IN" dirty="0"/>
              <a:t>				</a:t>
            </a:r>
            <a:r>
              <a:rPr lang="en-IN" dirty="0" err="1"/>
              <a:t>System.out.println</a:t>
            </a:r>
            <a:r>
              <a:rPr lang="en-IN" dirty="0"/>
              <a:t>();</a:t>
            </a:r>
          </a:p>
          <a:p>
            <a:r>
              <a:rPr lang="en-IN" dirty="0"/>
              <a:t>				</a:t>
            </a:r>
            <a:r>
              <a:rPr lang="en-IN" dirty="0" err="1"/>
              <a:t>System.out.println</a:t>
            </a:r>
            <a:r>
              <a:rPr lang="en-IN" dirty="0"/>
              <a:t>("Kindly select one of the available commands" );	</a:t>
            </a:r>
          </a:p>
          <a:p>
            <a:r>
              <a:rPr lang="en-IN" dirty="0"/>
              <a:t>				Menu();</a:t>
            </a:r>
          </a:p>
          <a:p>
            <a:r>
              <a:rPr lang="en-IN" dirty="0"/>
              <a:t>				</a:t>
            </a:r>
            <a:r>
              <a:rPr lang="en-IN" dirty="0" err="1"/>
              <a:t>printMenu</a:t>
            </a:r>
            <a:r>
              <a:rPr lang="en-IN" dirty="0"/>
              <a:t>();</a:t>
            </a:r>
          </a:p>
          <a:p>
            <a:r>
              <a:rPr lang="en-IN" dirty="0"/>
              <a:t>			}</a:t>
            </a:r>
          </a:p>
          <a:p>
            <a:r>
              <a:rPr lang="en-IN" dirty="0"/>
              <a:t>		}</a:t>
            </a:r>
          </a:p>
          <a:p>
            <a:r>
              <a:rPr lang="en-IN" dirty="0"/>
              <a:t>		</a:t>
            </a:r>
            <a:r>
              <a:rPr lang="en-IN" dirty="0" err="1"/>
              <a:t>in.close</a:t>
            </a:r>
            <a:r>
              <a:rPr lang="en-IN" dirty="0"/>
              <a:t>();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class </a:t>
            </a:r>
            <a:r>
              <a:rPr lang="en-IN" dirty="0" err="1"/>
              <a:t>GeneratorTest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	Password P1= new Password("Secret");</a:t>
            </a:r>
          </a:p>
          <a:p>
            <a:r>
              <a:rPr lang="en-IN" dirty="0"/>
              <a:t>	;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584085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F43DB-B8E3-0E5C-A1AA-C155C92AEEFC}"/>
              </a:ext>
            </a:extLst>
          </p:cNvPr>
          <p:cNvSpPr txBox="1"/>
          <p:nvPr/>
        </p:nvSpPr>
        <p:spPr>
          <a:xfrm>
            <a:off x="0" y="0"/>
            <a:ext cx="12118206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Alphabet A1=new Alphabet(</a:t>
            </a:r>
            <a:r>
              <a:rPr lang="en-IN" dirty="0" err="1"/>
              <a:t>true,false,false,false</a:t>
            </a:r>
            <a:r>
              <a:rPr lang="en-IN" dirty="0"/>
              <a:t>);</a:t>
            </a:r>
          </a:p>
          <a:p>
            <a:r>
              <a:rPr lang="en-IN" dirty="0"/>
              <a:t>	Alphabet A2=new Alphabet(</a:t>
            </a:r>
            <a:r>
              <a:rPr lang="en-IN" dirty="0" err="1"/>
              <a:t>false,true,true,true</a:t>
            </a:r>
            <a:r>
              <a:rPr lang="en-IN" dirty="0"/>
              <a:t>);</a:t>
            </a:r>
          </a:p>
          <a:p>
            <a:r>
              <a:rPr lang="en-IN" dirty="0"/>
              <a:t>	Generator G1=new Generator(</a:t>
            </a:r>
            <a:r>
              <a:rPr lang="en-IN" dirty="0" err="1"/>
              <a:t>true,false,false,false</a:t>
            </a:r>
            <a:r>
              <a:rPr lang="en-IN" dirty="0"/>
              <a:t>)</a:t>
            </a:r>
          </a:p>
          <a:p>
            <a:r>
              <a:rPr lang="en-IN" dirty="0"/>
              <a:t>Password P2= G1.GeneratePassword(4);</a:t>
            </a:r>
          </a:p>
          <a:p>
            <a:r>
              <a:rPr lang="en-IN" dirty="0"/>
              <a:t>	private final Password password= new Password("Secret");</a:t>
            </a:r>
          </a:p>
          <a:p>
            <a:r>
              <a:rPr lang="en-IN" dirty="0"/>
              <a:t>	private final Alphabet </a:t>
            </a:r>
            <a:r>
              <a:rPr lang="en-IN" dirty="0" err="1"/>
              <a:t>firstAlphabet</a:t>
            </a:r>
            <a:r>
              <a:rPr lang="en-IN" dirty="0"/>
              <a:t> = new Alphabet(</a:t>
            </a:r>
            <a:r>
              <a:rPr lang="en-IN" dirty="0" err="1"/>
              <a:t>true,false,false,false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private final Alphabet </a:t>
            </a:r>
            <a:r>
              <a:rPr lang="en-IN" dirty="0" err="1"/>
              <a:t>secondAlphabet</a:t>
            </a:r>
            <a:r>
              <a:rPr lang="en-IN" dirty="0"/>
              <a:t> = new Alphabet(</a:t>
            </a:r>
            <a:r>
              <a:rPr lang="en-IN" dirty="0" err="1"/>
              <a:t>false,true,true,true</a:t>
            </a:r>
            <a:r>
              <a:rPr lang="en-IN" dirty="0"/>
              <a:t>);</a:t>
            </a:r>
          </a:p>
          <a:p>
            <a:r>
              <a:rPr lang="en-IN" dirty="0"/>
              <a:t>	private final Generator </a:t>
            </a:r>
            <a:r>
              <a:rPr lang="en-IN" dirty="0" err="1"/>
              <a:t>generator</a:t>
            </a:r>
            <a:r>
              <a:rPr lang="en-IN" dirty="0"/>
              <a:t> = new Generator(</a:t>
            </a:r>
            <a:r>
              <a:rPr lang="en-IN" dirty="0" err="1"/>
              <a:t>true,false,false,false</a:t>
            </a:r>
            <a:r>
              <a:rPr lang="en-IN" dirty="0"/>
              <a:t>);</a:t>
            </a:r>
          </a:p>
          <a:p>
            <a:r>
              <a:rPr lang="en-IN" dirty="0"/>
              <a:t>	private final Password </a:t>
            </a:r>
            <a:r>
              <a:rPr lang="en-IN" dirty="0" err="1"/>
              <a:t>generatedPassword</a:t>
            </a:r>
            <a:r>
              <a:rPr lang="en-IN" dirty="0"/>
              <a:t> = </a:t>
            </a:r>
            <a:r>
              <a:rPr lang="en-IN" dirty="0" err="1"/>
              <a:t>generator.GeneratePassword</a:t>
            </a:r>
            <a:r>
              <a:rPr lang="en-IN" dirty="0"/>
              <a:t>(4);</a:t>
            </a:r>
          </a:p>
          <a:p>
            <a:endParaRPr lang="en-IN" dirty="0"/>
          </a:p>
          <a:p>
            <a:r>
              <a:rPr lang="en-IN" dirty="0"/>
              <a:t>@Test</a:t>
            </a:r>
          </a:p>
          <a:p>
            <a:r>
              <a:rPr lang="en-IN" dirty="0"/>
              <a:t>	void test1() {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("Secret",P1.toString());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("Secret", </a:t>
            </a:r>
            <a:r>
              <a:rPr lang="en-IN" dirty="0" err="1"/>
              <a:t>password.toString</a:t>
            </a:r>
            <a:r>
              <a:rPr lang="en-IN" dirty="0"/>
              <a:t>());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@Test</a:t>
            </a:r>
          </a:p>
          <a:p>
            <a:r>
              <a:rPr lang="en-IN" dirty="0"/>
              <a:t>	void test2() {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(A1.Pool,A1.UppercaseLetters);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</a:t>
            </a:r>
            <a:r>
              <a:rPr lang="en-IN" dirty="0" err="1"/>
              <a:t>firstAlphabet.getAlphabet</a:t>
            </a:r>
            <a:r>
              <a:rPr lang="en-IN" dirty="0"/>
              <a:t>(), </a:t>
            </a:r>
            <a:r>
              <a:rPr lang="en-IN" dirty="0" err="1"/>
              <a:t>Alphabet.UPPERCASE_LETTERS</a:t>
            </a:r>
            <a:r>
              <a:rPr lang="en-IN" dirty="0"/>
              <a:t>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2125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B50E42-D179-A720-2638-86C9169AB585}"/>
              </a:ext>
            </a:extLst>
          </p:cNvPr>
          <p:cNvSpPr txBox="1"/>
          <p:nvPr/>
        </p:nvSpPr>
        <p:spPr>
          <a:xfrm>
            <a:off x="269507" y="298163"/>
            <a:ext cx="115310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@Test</a:t>
            </a:r>
          </a:p>
          <a:p>
            <a:r>
              <a:rPr lang="en-IN" dirty="0"/>
              <a:t>	void test4() {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(G1.Alphabet.Pool,A1.UppercaseLetters);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</a:t>
            </a:r>
            <a:r>
              <a:rPr lang="en-IN" dirty="0" err="1"/>
              <a:t>generator.alphabet.getAlphabet</a:t>
            </a:r>
            <a:r>
              <a:rPr lang="en-IN" dirty="0"/>
              <a:t>(), </a:t>
            </a:r>
            <a:r>
              <a:rPr lang="en-IN" dirty="0" err="1"/>
              <a:t>Alphabet.UPPERCASE_LETTERS</a:t>
            </a:r>
            <a:r>
              <a:rPr lang="en-IN" dirty="0"/>
              <a:t>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@Test</a:t>
            </a:r>
          </a:p>
          <a:p>
            <a:r>
              <a:rPr lang="en-IN" dirty="0"/>
              <a:t>	void test5() {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(G1.Alphabet.PoolSize,26);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</a:t>
            </a:r>
            <a:r>
              <a:rPr lang="en-IN" dirty="0" err="1"/>
              <a:t>generator.alphabet.getAlphabet</a:t>
            </a:r>
            <a:r>
              <a:rPr lang="en-IN" dirty="0"/>
              <a:t>().length(), 26);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85093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645AC6-396F-0013-59B9-9E37F1A8FD01}"/>
              </a:ext>
            </a:extLst>
          </p:cNvPr>
          <p:cNvSpPr txBox="1"/>
          <p:nvPr/>
        </p:nvSpPr>
        <p:spPr>
          <a:xfrm>
            <a:off x="240632" y="471638"/>
            <a:ext cx="1195136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@Test</a:t>
            </a:r>
          </a:p>
          <a:p>
            <a:r>
              <a:rPr lang="en-IN" dirty="0"/>
              <a:t>	void test6() {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(P2.Length,4);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(P2);</a:t>
            </a:r>
          </a:p>
          <a:p>
            <a:r>
              <a:rPr lang="en-IN" dirty="0"/>
              <a:t>		</a:t>
            </a:r>
            <a:r>
              <a:rPr lang="en-IN" dirty="0" err="1"/>
              <a:t>assertEquals</a:t>
            </a:r>
            <a:r>
              <a:rPr lang="en-IN" dirty="0"/>
              <a:t>(</a:t>
            </a:r>
            <a:r>
              <a:rPr lang="en-IN" dirty="0" err="1"/>
              <a:t>generatedPassword.Length</a:t>
            </a:r>
            <a:r>
              <a:rPr lang="en-IN" dirty="0"/>
              <a:t>, 4);</a:t>
            </a:r>
          </a:p>
          <a:p>
            <a:r>
              <a:rPr lang="en-IN" dirty="0"/>
              <a:t>	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generatedPassword</a:t>
            </a:r>
            <a:r>
              <a:rPr lang="en-IN" dirty="0"/>
              <a:t>);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public String </a:t>
            </a:r>
            <a:r>
              <a:rPr lang="en-IN" dirty="0" err="1"/>
              <a:t>CalculateScore</a:t>
            </a:r>
            <a:r>
              <a:rPr lang="en-IN" dirty="0"/>
              <a:t>() {</a:t>
            </a:r>
          </a:p>
          <a:p>
            <a:r>
              <a:rPr lang="en-IN" dirty="0"/>
              <a:t>	public String </a:t>
            </a:r>
            <a:r>
              <a:rPr lang="en-IN" dirty="0" err="1"/>
              <a:t>calculateScore</a:t>
            </a:r>
            <a:r>
              <a:rPr lang="en-IN" dirty="0"/>
              <a:t>() {</a:t>
            </a:r>
          </a:p>
          <a:p>
            <a:r>
              <a:rPr lang="en-IN" dirty="0"/>
              <a:t>		int Score=0;</a:t>
            </a:r>
          </a:p>
          <a:p>
            <a:endParaRPr lang="en-IN" dirty="0"/>
          </a:p>
          <a:p>
            <a:r>
              <a:rPr lang="en-IN" dirty="0"/>
              <a:t>		Score=</a:t>
            </a:r>
            <a:r>
              <a:rPr lang="en-IN" dirty="0" err="1"/>
              <a:t>this.PasswordStrength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194579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61986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2183</Words>
  <Application>Microsoft Office PowerPoint</Application>
  <PresentationFormat>Widescreen</PresentationFormat>
  <Paragraphs>340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-apple-system</vt:lpstr>
      <vt:lpstr>Arial</vt:lpstr>
      <vt:lpstr>Gill Sans MT</vt:lpstr>
      <vt:lpstr>Primary</vt:lpstr>
      <vt:lpstr>Wingdings</vt:lpstr>
      <vt:lpstr>Wingdings 2</vt:lpstr>
      <vt:lpstr>Gallery</vt:lpstr>
      <vt:lpstr>Password Generator 💻 </vt:lpstr>
      <vt:lpstr>iNTRODUCTION </vt:lpstr>
      <vt:lpstr>OVER VIEW </vt:lpstr>
      <vt:lpstr>Password generator </vt:lpstr>
      <vt:lpstr>Functionalities: </vt:lpstr>
      <vt:lpstr>PowerPoint Presentation</vt:lpstr>
      <vt:lpstr>PowerPoint Presentation</vt:lpstr>
      <vt:lpstr>PowerPoint Presentation</vt:lpstr>
      <vt:lpstr>SOURCE CODE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Generator 💻 </dc:title>
  <dc:creator>yogesh chaubey</dc:creator>
  <cp:lastModifiedBy>yogesh chaubey</cp:lastModifiedBy>
  <cp:revision>2</cp:revision>
  <dcterms:created xsi:type="dcterms:W3CDTF">2022-05-27T04:54:47Z</dcterms:created>
  <dcterms:modified xsi:type="dcterms:W3CDTF">2022-06-05T18:47:05Z</dcterms:modified>
</cp:coreProperties>
</file>